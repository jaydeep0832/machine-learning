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459" r:id="rId4"/>
    <p:sldId id="4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15-07-2025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15-07-2025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15-07-2025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66019" y="3006475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>Experiment 2: Implementation of </a:t>
            </a:r>
            <a:r>
              <a:rPr lang="en-IN" sz="3600" dirty="0"/>
              <a:t>Gradient Descent Algorithm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rgbClr val="FF0000"/>
                </a:solidFill>
              </a:rPr>
              <a:t>MACHINE LEARNING AND APPLICATIONS </a:t>
            </a:r>
            <a:r>
              <a:rPr lang="en-IN" sz="3200" dirty="0">
                <a:solidFill>
                  <a:srgbClr val="FF0000"/>
                </a:solidFill>
              </a:rPr>
              <a:t>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805742" y="2006329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(a) Gradient Descent Algorithm for a function of single variable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55000" lnSpcReduction="20000"/>
          </a:bodyPr>
          <a:lstStyle/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Using Gradient Descent Algorithm Find the minima of a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uni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-variate function:</a:t>
            </a:r>
          </a:p>
          <a:p>
            <a:pPr marL="457200" lvl="1" indent="0">
              <a:buNone/>
            </a:pP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		 f(x)= x e^(-x^2),   -√1.5 ≤ x ≤ 0.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Allowed to use functions and methods from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numpy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and matplotlib libraries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Plot the function in given range with all labels and titles</a:t>
            </a:r>
          </a:p>
          <a:p>
            <a:pPr lvl="1"/>
            <a:r>
              <a:rPr lang="en-US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Start with initial start point x</a:t>
            </a:r>
            <a:r>
              <a:rPr lang="en-US" sz="3200" baseline="30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(0) </a:t>
            </a:r>
            <a:r>
              <a:rPr lang="en-US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= </a:t>
            </a:r>
            <a:r>
              <a:rPr lang="en-IN" sz="28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-√1.5 </a:t>
            </a:r>
            <a:endParaRPr lang="en-US" sz="2900" b="1" dirty="0">
              <a:latin typeface="URWPalladioL-Bold"/>
            </a:endParaRPr>
          </a:p>
          <a:p>
            <a:pPr lvl="1"/>
            <a:r>
              <a:rPr lang="en-US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Take step size parameter (</a:t>
            </a:r>
            <a:r>
              <a:rPr lang="el-GR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η</a:t>
            </a:r>
            <a:r>
              <a:rPr lang="en-US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) = 0.001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Count number of iterations taken till the convergence is reached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Convergence is decided by stopping threshold value which is norm of gradient 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Stopping Threshold value for convergence is 0.001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the minima value and function value after convergence.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Repeat the process for different step size values: 0.005, 0.01, 0.05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Prepare the table for step size, number of iterations, minima value and function value at minima</a:t>
            </a:r>
          </a:p>
          <a:p>
            <a:pPr lvl="1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Analytically verify using close form solution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1257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(b) Gradient Descent Algorithm for a function of two variables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756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Using Gradient Descent Algorithm Find the minima of a bi-variate function:</a:t>
            </a:r>
          </a:p>
          <a:p>
            <a:pPr marL="457200" lvl="1" indent="0">
              <a:buFont typeface="Arial" pitchFamily="34" charset="0"/>
              <a:buNone/>
            </a:pP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		 f(</a:t>
            </a:r>
            <a:r>
              <a:rPr lang="en-IN" sz="3200" b="1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x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)= 10 x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IN" sz="3200" baseline="30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2 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+ 5 x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x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+ 10 (x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– 3 ) </a:t>
            </a:r>
            <a:r>
              <a:rPr lang="en-IN" sz="3200" baseline="30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2 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;   </a:t>
            </a:r>
          </a:p>
          <a:p>
            <a:pPr marL="457200" lvl="1" indent="0">
              <a:buFont typeface="Arial" pitchFamily="34" charset="0"/>
              <a:buNone/>
            </a:pP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		-10 ≤ x1 ≤ 10, -15 ≤ x2 ≤ 15;  </a:t>
            </a:r>
            <a:r>
              <a:rPr lang="en-IN" sz="3200" b="1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x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= [x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,x</a:t>
            </a:r>
            <a:r>
              <a:rPr lang="en-IN" sz="3200" baseline="-25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]</a:t>
            </a:r>
            <a:r>
              <a:rPr lang="en-IN" sz="3200" baseline="30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457200" lvl="1" indent="0">
              <a:buFont typeface="Arial" pitchFamily="34" charset="0"/>
              <a:buNone/>
            </a:pPr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/>
            <a:r>
              <a:rPr lang="en-IN" sz="33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Allowed to use functions and methods from </a:t>
            </a:r>
            <a:r>
              <a:rPr lang="en-IN" sz="33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numpy</a:t>
            </a:r>
            <a:r>
              <a:rPr lang="en-IN" sz="33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and matplotlib libraries</a:t>
            </a:r>
          </a:p>
          <a:p>
            <a:pPr lvl="1"/>
            <a:r>
              <a:rPr lang="en-IN" sz="33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Plot the function in given range using surface plot function with all labels and titles</a:t>
            </a:r>
          </a:p>
          <a:p>
            <a:pPr lvl="1"/>
            <a:r>
              <a:rPr lang="en-US" sz="33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Start with initial start point </a:t>
            </a:r>
            <a:r>
              <a:rPr lang="en-US" sz="3300" b="1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x</a:t>
            </a:r>
            <a:r>
              <a:rPr lang="en-US" sz="3300" baseline="30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(0) </a:t>
            </a:r>
            <a:r>
              <a:rPr lang="en-US" sz="33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= </a:t>
            </a:r>
            <a:r>
              <a:rPr lang="en-IN" sz="33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[10 ,15]</a:t>
            </a:r>
            <a:r>
              <a:rPr lang="en-IN" sz="3300" baseline="300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</a:t>
            </a:r>
          </a:p>
          <a:p>
            <a:pPr lvl="1"/>
            <a:r>
              <a:rPr lang="en-US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Take step size parameter (</a:t>
            </a:r>
            <a:r>
              <a:rPr lang="el-GR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η</a:t>
            </a:r>
            <a:r>
              <a:rPr lang="en-US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) = 0.001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Count number of iterations taken till the convergence is reached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Convergence is decided by stopping threshold value which is norm of gradient 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Stopping Threshold value for convergence is 0.001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the minima value and function value after convergence.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Repeat the process for different step size values: 0.005, 0.01, 0.05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Prepare the table for step size, number of iterations, minima value and function value at minima</a:t>
            </a:r>
          </a:p>
          <a:p>
            <a:pPr marL="457200" lvl="1" indent="0">
              <a:buNone/>
            </a:pPr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Analytically verify using close form solution</a:t>
            </a:r>
          </a:p>
          <a:p>
            <a:pPr lvl="1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9291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5345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Python 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Analytical Solution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DF6D42-4CF5-4769-B434-EC14C904190F}"/>
</file>

<file path=customXml/itemProps2.xml><?xml version="1.0" encoding="utf-8"?>
<ds:datastoreItem xmlns:ds="http://schemas.openxmlformats.org/officeDocument/2006/customXml" ds:itemID="{1667637C-1D7C-4354-8020-C71EAA51BA04}"/>
</file>

<file path=customXml/itemProps3.xml><?xml version="1.0" encoding="utf-8"?>
<ds:datastoreItem xmlns:ds="http://schemas.openxmlformats.org/officeDocument/2006/customXml" ds:itemID="{0927F0EF-F26B-4ECD-B5A8-AF7740B2BDBF}"/>
</file>

<file path=docProps/app.xml><?xml version="1.0" encoding="utf-8"?>
<Properties xmlns="http://schemas.openxmlformats.org/officeDocument/2006/extended-properties" xmlns:vt="http://schemas.openxmlformats.org/officeDocument/2006/docPropsVTypes">
  <TotalTime>3222</TotalTime>
  <Words>484</Words>
  <Application>Microsoft Office PowerPoint</Application>
  <PresentationFormat>On-screen Show (4:3)</PresentationFormat>
  <Paragraphs>55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Tahoma</vt:lpstr>
      <vt:lpstr>URWPalladioL-Bold</vt:lpstr>
      <vt:lpstr>Office Theme</vt:lpstr>
      <vt:lpstr>  Experiment 2: Implementation of Gradient Descent Algorithm</vt:lpstr>
      <vt:lpstr>Part (a) Gradient Descent Algorithm for a function of single variable </vt:lpstr>
      <vt:lpstr>Part (b) Gradient Descent Algorithm for a function of two variables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485</cp:revision>
  <dcterms:created xsi:type="dcterms:W3CDTF">2006-08-16T00:00:00Z</dcterms:created>
  <dcterms:modified xsi:type="dcterms:W3CDTF">2025-07-15T08:55:52Z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