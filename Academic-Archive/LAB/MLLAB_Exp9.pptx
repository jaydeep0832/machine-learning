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462" r:id="rId3"/>
    <p:sldId id="461" r:id="rId4"/>
    <p:sldId id="458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47" autoAdjust="0"/>
    <p:restoredTop sz="78305" autoAdjust="0"/>
  </p:normalViewPr>
  <p:slideViewPr>
    <p:cSldViewPr>
      <p:cViewPr varScale="1">
        <p:scale>
          <a:sx n="71" d="100"/>
          <a:sy n="71" d="100"/>
        </p:scale>
        <p:origin x="163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9673B-F029-4EB6-981F-6118A75E367B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F8E48-716F-463C-9A2D-BA57804D2B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62F1F-95C1-45CA-84F0-B138AAEBAF81}" type="datetime1">
              <a:rPr lang="en-IN" smtClean="0"/>
              <a:t>19-03-2026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19-03-2026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60D6-FD85-46FC-B621-90CF24064286}" type="datetime1">
              <a:rPr lang="en-IN" smtClean="0"/>
              <a:t>19-03-2026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D685E-EC22-4A30-9C5A-5527B3C4452F}" type="datetime1">
              <a:rPr lang="en-IN" smtClean="0"/>
              <a:t>19-03-2026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A1E3-69D8-4A03-B392-4B3DA43B89F5}" type="datetime1">
              <a:rPr lang="en-IN" smtClean="0"/>
              <a:t>19-03-2026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FA67-6AED-47ED-98CB-817068A34CDD}" type="datetime1">
              <a:rPr lang="en-IN" smtClean="0"/>
              <a:t>19-03-2026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EBA68-83D6-4A7C-9443-03C3BAB145F5}" type="datetime1">
              <a:rPr lang="en-IN" smtClean="0"/>
              <a:t>19-03-2026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F257B-BAD3-4E20-B0B4-3EA4E039C483}" type="datetime1">
              <a:rPr lang="en-IN" smtClean="0"/>
              <a:t>19-03-2026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1437-D38A-47BA-AECD-4B3F5E59E416}" type="datetime1">
              <a:rPr lang="en-IN" smtClean="0"/>
              <a:t>19-03-2026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ACA0-1FF6-43FE-9E2F-4E13179A1744}" type="datetime1">
              <a:rPr lang="en-IN" smtClean="0"/>
              <a:t>19-03-2026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CC08-E355-4133-96C3-E543032B013A}" type="datetime1">
              <a:rPr lang="en-IN" smtClean="0"/>
              <a:t>19-03-2026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5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fld id="{9034A2FE-D172-435F-AA4B-518E3133ACED}" type="datetime1">
              <a:rPr lang="en-IN" smtClean="0"/>
              <a:t>19-03-2026</a:t>
            </a:fld>
            <a:endParaRPr lang="en-US"/>
          </a:p>
        </p:txBody>
      </p:sp>
      <p:sp>
        <p:nvSpPr>
          <p:cNvPr id="29185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29185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fld id="{34829615-EA85-47CB-9745-0124BEE5BE2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1859" name="Rectangle 19"/>
          <p:cNvSpPr>
            <a:spLocks noChangeArrowheads="1"/>
          </p:cNvSpPr>
          <p:nvPr userDrawn="1"/>
        </p:nvSpPr>
        <p:spPr bwMode="gray">
          <a:xfrm>
            <a:off x="114300" y="2830513"/>
            <a:ext cx="8890000" cy="4286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  <p:sp>
        <p:nvSpPr>
          <p:cNvPr id="291860" name="Rectangle 20"/>
          <p:cNvSpPr>
            <a:spLocks noChangeArrowheads="1"/>
          </p:cNvSpPr>
          <p:nvPr userDrawn="1"/>
        </p:nvSpPr>
        <p:spPr bwMode="gray">
          <a:xfrm>
            <a:off x="122238" y="4167188"/>
            <a:ext cx="8890000" cy="4286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ADB42-1EA6-48BD-91C6-255795457A8A}" type="datetime1">
              <a:rPr lang="en-IN" smtClean="0"/>
              <a:t>19-03-2026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ctrTitle" idx="4294967295"/>
          </p:nvPr>
        </p:nvSpPr>
        <p:spPr bwMode="auto">
          <a:xfrm>
            <a:off x="1111250" y="3145414"/>
            <a:ext cx="6921500" cy="112178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>
            <a:normAutofit fontScale="90000"/>
          </a:bodyPr>
          <a:lstStyle/>
          <a:p>
            <a:pPr algn="ctr"/>
            <a:r>
              <a:rPr lang="en-US" sz="3600" dirty="0"/>
              <a:t> </a:t>
            </a:r>
            <a:br>
              <a:rPr lang="en-US" sz="3600" dirty="0"/>
            </a:br>
            <a:r>
              <a:rPr lang="en-US" sz="3600"/>
              <a:t>Experiment 9: </a:t>
            </a:r>
            <a:br>
              <a:rPr lang="en-US" sz="3600" dirty="0"/>
            </a:br>
            <a:r>
              <a:rPr lang="en-IN" sz="3600" dirty="0"/>
              <a:t>Back Propagation Algorithm (BPA) for Simple ANN</a:t>
            </a:r>
            <a:endParaRPr lang="en-US" sz="3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4ABEA-BDC3-2120-8281-B22F09EFA2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E8810AA-E5FB-460E-942C-C27A9A3AE343}" type="datetime1">
              <a:rPr lang="en-IN" smtClean="0"/>
              <a:t>19-03-2026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8607D-C84B-CCA0-EA1A-4A2C48DEE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66938" y="4495800"/>
            <a:ext cx="4919662" cy="112178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Dr. Jigar Shah</a:t>
            </a:r>
          </a:p>
          <a:p>
            <a:r>
              <a:rPr lang="en-US" dirty="0">
                <a:solidFill>
                  <a:srgbClr val="FF0000"/>
                </a:solidFill>
              </a:rPr>
              <a:t>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EC276-6BC7-413A-A5B4-111DE2230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829615-EA85-47CB-9745-0124BEE5BE2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A28BB-0490-8F52-656F-F58CA031F6CF}"/>
              </a:ext>
            </a:extLst>
          </p:cNvPr>
          <p:cNvSpPr txBox="1"/>
          <p:nvPr/>
        </p:nvSpPr>
        <p:spPr>
          <a:xfrm>
            <a:off x="381000" y="920524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</a:rPr>
              <a:t>MACHINE LEARNING AND APPLICATIONS 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85A48-2DDE-6ACA-3346-DAC0DB8CE44D}"/>
              </a:ext>
            </a:extLst>
          </p:cNvPr>
          <p:cNvSpPr txBox="1"/>
          <p:nvPr/>
        </p:nvSpPr>
        <p:spPr>
          <a:xfrm>
            <a:off x="3805742" y="1956024"/>
            <a:ext cx="1642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EC - Semester 5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62B37-8088-3624-9AD7-D9FB091C6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Given Simple ANN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8F2BA-B81A-D87F-133E-9E9D3FCB5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64" y="4585493"/>
            <a:ext cx="8229600" cy="1249363"/>
          </a:xfrm>
        </p:spPr>
        <p:txBody>
          <a:bodyPr/>
          <a:lstStyle/>
          <a:p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4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dirty="0"/>
              <a:t> is sigmoid activation function 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E3FFF-B87F-BD81-2682-72CA074D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3F16B-337C-DE88-681B-5ABDE8861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1A549-73F2-4DCF-877F-EAB35AD0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1ED75B4-B83F-10FE-D185-0290408ABB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68" b="20622"/>
          <a:stretch>
            <a:fillRect/>
          </a:stretch>
        </p:blipFill>
        <p:spPr bwMode="auto">
          <a:xfrm>
            <a:off x="-16136" y="1647825"/>
            <a:ext cx="9144000" cy="2817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5676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655306"/>
            <a:ext cx="8839200" cy="639762"/>
          </a:xfrm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rgbClr val="FF0000"/>
                </a:solidFill>
              </a:rPr>
              <a:t>Train and Test Simple ANN  using generated dataset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BAD23-5DCC-7352-4BBE-2156B723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A368-42C6-443E-B0FE-E76D4816599A}" type="datetime1">
              <a:rPr lang="en-IN" smtClean="0"/>
              <a:t>19-03-2026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1020B-AD85-4DFE-8C63-049E7CB4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F8170-1EFE-F0A4-FFA3-40BE4392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04047B2-35A5-A859-2942-A8A0A3047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71138"/>
            <a:ext cx="8229600" cy="6218238"/>
          </a:xfrm>
        </p:spPr>
        <p:txBody>
          <a:bodyPr>
            <a:normAutofit/>
          </a:bodyPr>
          <a:lstStyle/>
          <a:p>
            <a:pPr lvl="1"/>
            <a:endParaRPr lang="en-US" sz="2900" b="1" dirty="0">
              <a:latin typeface="URWPalladioL-Bold"/>
            </a:endParaRPr>
          </a:p>
          <a:p>
            <a:pPr lvl="1"/>
            <a:endParaRPr lang="en-US" sz="2900" b="1" dirty="0">
              <a:latin typeface="URWPalladioL-Bold"/>
            </a:endParaRPr>
          </a:p>
          <a:p>
            <a:pPr lvl="1"/>
            <a:endParaRPr lang="en-IN" baseline="30000" dirty="0"/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199CCA18-1B38-98E7-F6FD-9C6AD99BCD40}"/>
              </a:ext>
            </a:extLst>
          </p:cNvPr>
          <p:cNvSpPr txBox="1">
            <a:spLocks/>
          </p:cNvSpPr>
          <p:nvPr/>
        </p:nvSpPr>
        <p:spPr>
          <a:xfrm>
            <a:off x="329901" y="1676400"/>
            <a:ext cx="8229600" cy="47104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3200" b="0" i="0" u="none" strike="noStrike" baseline="0" dirty="0">
                <a:solidFill>
                  <a:srgbClr val="000000"/>
                </a:solidFill>
                <a:latin typeface="URWPalladioL-Roma"/>
              </a:rPr>
              <a:t>Generate 100 data point using relationship y=     e</a:t>
            </a:r>
            <a:r>
              <a:rPr lang="en-IN" sz="3200" b="0" i="0" u="none" strike="noStrike" baseline="30000" dirty="0">
                <a:solidFill>
                  <a:srgbClr val="000000"/>
                </a:solidFill>
                <a:latin typeface="URWPalladioL-Roma"/>
              </a:rPr>
              <a:t>-0.1x</a:t>
            </a:r>
            <a:r>
              <a:rPr lang="en-IN" dirty="0">
                <a:solidFill>
                  <a:srgbClr val="000000"/>
                </a:solidFill>
                <a:latin typeface="URWPalladioL-Roma"/>
              </a:rPr>
              <a:t>; where x in range of [0,10]</a:t>
            </a:r>
            <a:r>
              <a:rPr lang="en-IN" sz="3200" b="0" i="0" u="none" strike="noStrike" baseline="0" dirty="0">
                <a:solidFill>
                  <a:srgbClr val="000000"/>
                </a:solidFill>
                <a:latin typeface="URWPalladioL-Roma"/>
              </a:rPr>
              <a:t>. Display overall dataset.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URWPalladioL-Roma"/>
              </a:rPr>
              <a:t>Train given ANN for 5 epochs using BPA (use derived equations and method learned in class).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URWPalladioL-Roma"/>
              </a:rPr>
              <a:t>Use Cross-validation method to split the data set into training and testing parts.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URWPalladioL-Roma"/>
              </a:rPr>
              <a:t>Test the ANN on testing data set in every epoch.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URWPalladioL-Roma"/>
              </a:rPr>
              <a:t>Display weights of trained ANN, RMSE of training and testing after every epoch.</a:t>
            </a:r>
          </a:p>
          <a:p>
            <a:pPr lvl="1" algn="just"/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  <a:p>
            <a:pPr lvl="1" algn="just"/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74644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37746-8414-7D59-08DC-16E7D14A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6851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Work Flow: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0C70D-C7B7-1CE0-2635-D231E485B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Aim of Experiment (Handwritten)</a:t>
            </a:r>
          </a:p>
          <a:p>
            <a:pPr marL="514350" indent="-514350">
              <a:buFont typeface="+mj-lt"/>
              <a:buAutoNum type="arabicPeriod"/>
            </a:pPr>
            <a:r>
              <a:rPr lang="en-IN"/>
              <a:t>Python </a:t>
            </a:r>
            <a:r>
              <a:rPr lang="en-IN" dirty="0"/>
              <a:t>code with results and graphs (print)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 (Handwritten)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4EE0E-8BBD-5799-62BD-D950E044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7F78C-28FD-E9E0-F483-60F85C82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ABF50-6222-095C-1283-15DE7B2C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90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18A83D8036314F9AD3D552E201887A" ma:contentTypeVersion="3" ma:contentTypeDescription="Create a new document." ma:contentTypeScope="" ma:versionID="05de28fce94df776c23a6599f8d24276">
  <xsd:schema xmlns:xsd="http://www.w3.org/2001/XMLSchema" xmlns:xs="http://www.w3.org/2001/XMLSchema" xmlns:p="http://schemas.microsoft.com/office/2006/metadata/properties" xmlns:ns2="e04e232b-3421-42b1-ac31-b988076b4f96" targetNamespace="http://schemas.microsoft.com/office/2006/metadata/properties" ma:root="true" ma:fieldsID="39d5cd531208f9cacd8a89c696efe2c1" ns2:_="">
    <xsd:import namespace="e04e232b-3421-42b1-ac31-b988076b4f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4e232b-3421-42b1-ac31-b988076b4f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CDA55D-68FF-47A9-81E5-357BA6F7563A}"/>
</file>

<file path=customXml/itemProps2.xml><?xml version="1.0" encoding="utf-8"?>
<ds:datastoreItem xmlns:ds="http://schemas.openxmlformats.org/officeDocument/2006/customXml" ds:itemID="{5CAF016E-D048-4B13-AA7D-C0EB6567D218}"/>
</file>

<file path=customXml/itemProps3.xml><?xml version="1.0" encoding="utf-8"?>
<ds:datastoreItem xmlns:ds="http://schemas.openxmlformats.org/officeDocument/2006/customXml" ds:itemID="{78696637-A2A1-483E-A1D3-AE93ED1169BB}"/>
</file>

<file path=docProps/app.xml><?xml version="1.0" encoding="utf-8"?>
<Properties xmlns="http://schemas.openxmlformats.org/officeDocument/2006/extended-properties" xmlns:vt="http://schemas.openxmlformats.org/officeDocument/2006/docPropsVTypes">
  <TotalTime>5175</TotalTime>
  <Words>213</Words>
  <Application>Microsoft Office PowerPoint</Application>
  <PresentationFormat>On-screen Show (4:3)</PresentationFormat>
  <Paragraphs>29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Tahoma</vt:lpstr>
      <vt:lpstr>Times New Roman</vt:lpstr>
      <vt:lpstr>URWPalladioL-Bold</vt:lpstr>
      <vt:lpstr>URWPalladioL-Roma</vt:lpstr>
      <vt:lpstr>Office Theme</vt:lpstr>
      <vt:lpstr>  Experiment 9:  Back Propagation Algorithm (BPA) for Simple ANN</vt:lpstr>
      <vt:lpstr>Given Simple ANN</vt:lpstr>
      <vt:lpstr>Train and Test Simple ANN  using generated dataset</vt:lpstr>
      <vt:lpstr>Work Flow: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Probability Theory &amp; Random Variables</dc:title>
  <dc:creator>Jigar</dc:creator>
  <cp:lastModifiedBy>Jigarkumar Shah</cp:lastModifiedBy>
  <cp:revision>563</cp:revision>
  <dcterms:created xsi:type="dcterms:W3CDTF">2006-08-16T00:00:00Z</dcterms:created>
  <dcterms:modified xsi:type="dcterms:W3CDTF">2026-03-19T15:06:20Z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0x010100B218A83D8036314F9AD3D552E201887A</vt:lpwstr>
  </property>
</Properties>
</file>